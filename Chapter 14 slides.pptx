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0"/>
  </p:notesMasterIdLst>
  <p:handoutMasterIdLst>
    <p:handoutMasterId r:id="rId31"/>
  </p:handoutMasterIdLst>
  <p:sldIdLst>
    <p:sldId id="32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452" autoAdjust="0"/>
  </p:normalViewPr>
  <p:slideViewPr>
    <p:cSldViewPr>
      <p:cViewPr varScale="1">
        <p:scale>
          <a:sx n="71" d="100"/>
          <a:sy n="71" d="100"/>
        </p:scale>
        <p:origin x="120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9/28/2026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33CC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600" b="1" i="0" baseline="0">
                <a:solidFill>
                  <a:srgbClr val="0033CC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0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762000" y="6248400"/>
            <a:ext cx="1981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2.doc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Word_Document3.doc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Word_Document4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Document5.doc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Word_Document6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Document7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Word_Document8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Document9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Word_Document10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Document1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Word_Document12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Document13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package" Target="../embeddings/Microsoft_Word_Document14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Document15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Word_Document16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Document17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Word_Document18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Document19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Word_Document20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Document21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Word_Document22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Document23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Word_Document24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Document25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package" Target="../embeddings/Microsoft_Word_Document26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Document27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package" Target="../embeddings/Microsoft_Word_Document28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Document29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package" Target="../embeddings/Microsoft_Word_Document30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Document31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package" Target="../embeddings/Microsoft_Word_Document32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Document33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package" Target="../embeddings/Microsoft_Word_Document34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Document35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package" Target="../embeddings/Microsoft_Word_Document36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Document37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package" Target="../embeddings/Microsoft_Word_Document38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Document39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package" Target="../embeddings/Microsoft_Word_Document40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Document41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package" Target="../embeddings/Microsoft_Word_Document42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Document43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package" Target="../embeddings/Microsoft_Word_Document44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Document45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package" Target="../embeddings/Microsoft_Word_Document46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package" Target="../embeddings/Microsoft_Word_Document47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package" Target="../embeddings/Microsoft_Word_Document48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package" Target="../embeddings/Microsoft_Word_Document49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package" Target="../embeddings/Microsoft_Word_Document50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package" Target="../embeddings/Microsoft_Word_Document51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package" Target="../embeddings/Microsoft_Word_Document52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package" Target="../embeddings/Microsoft_Word_Document53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09644"/>
              </p:ext>
            </p:extLst>
          </p:nvPr>
        </p:nvGraphicFramePr>
        <p:xfrm>
          <a:off x="914400" y="1600200"/>
          <a:ext cx="7390023" cy="240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90023" imgH="2402720" progId="Word.Document.12">
                  <p:embed/>
                </p:oleObj>
              </mc:Choice>
              <mc:Fallback>
                <p:oleObj name="Document" r:id="rId2" imgW="7390023" imgH="24027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1600200"/>
                        <a:ext cx="7390023" cy="2402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95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153172"/>
              </p:ext>
            </p:extLst>
          </p:nvPr>
        </p:nvGraphicFramePr>
        <p:xfrm>
          <a:off x="914400" y="685800"/>
          <a:ext cx="7301323" cy="558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558102" progId="Word.Document.12">
                  <p:embed/>
                </p:oleObj>
              </mc:Choice>
              <mc:Fallback>
                <p:oleObj name="Document" r:id="rId2" imgW="7301323" imgH="5581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58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386068"/>
              </p:ext>
            </p:extLst>
          </p:nvPr>
        </p:nvGraphicFramePr>
        <p:xfrm>
          <a:off x="914400" y="1104331"/>
          <a:ext cx="7301323" cy="2781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2781869" progId="Word.Document.12">
                  <p:embed/>
                </p:oleObj>
              </mc:Choice>
              <mc:Fallback>
                <p:oleObj name="Document" r:id="rId4" imgW="7301323" imgH="27818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04331"/>
                        <a:ext cx="7301323" cy="27818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565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269980"/>
              </p:ext>
            </p:extLst>
          </p:nvPr>
        </p:nvGraphicFramePr>
        <p:xfrm>
          <a:off x="914400" y="685800"/>
          <a:ext cx="7301323" cy="58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580066" progId="Word.Document.12">
                  <p:embed/>
                </p:oleObj>
              </mc:Choice>
              <mc:Fallback>
                <p:oleObj name="Document" r:id="rId2" imgW="7301323" imgH="580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800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030" y="1143000"/>
            <a:ext cx="697357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51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888065"/>
              </p:ext>
            </p:extLst>
          </p:nvPr>
        </p:nvGraphicFramePr>
        <p:xfrm>
          <a:off x="914400" y="685800"/>
          <a:ext cx="7301323" cy="74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744256" progId="Word.Document.12">
                  <p:embed/>
                </p:oleObj>
              </mc:Choice>
              <mc:Fallback>
                <p:oleObj name="Document" r:id="rId2" imgW="7301323" imgH="7442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44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211904"/>
              </p:ext>
            </p:extLst>
          </p:nvPr>
        </p:nvGraphicFramePr>
        <p:xfrm>
          <a:off x="914400" y="1078908"/>
          <a:ext cx="7377498" cy="3340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77498" imgH="3340692" progId="Word.Document.12">
                  <p:embed/>
                </p:oleObj>
              </mc:Choice>
              <mc:Fallback>
                <p:oleObj name="Document" r:id="rId4" imgW="7377498" imgH="33406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78908"/>
                        <a:ext cx="7377498" cy="33406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1413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986610"/>
              </p:ext>
            </p:extLst>
          </p:nvPr>
        </p:nvGraphicFramePr>
        <p:xfrm>
          <a:off x="914400" y="685800"/>
          <a:ext cx="7301323" cy="65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53520" progId="Word.Document.12">
                  <p:embed/>
                </p:oleObj>
              </mc:Choice>
              <mc:Fallback>
                <p:oleObj name="Document" r:id="rId2" imgW="7301323" imgH="6535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53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864642"/>
              </p:ext>
            </p:extLst>
          </p:nvPr>
        </p:nvGraphicFramePr>
        <p:xfrm>
          <a:off x="914400" y="1096242"/>
          <a:ext cx="7377498" cy="3704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77498" imgH="3704358" progId="Word.Document.12">
                  <p:embed/>
                </p:oleObj>
              </mc:Choice>
              <mc:Fallback>
                <p:oleObj name="Document" r:id="rId4" imgW="7377498" imgH="37043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96242"/>
                        <a:ext cx="7377498" cy="3704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7835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456166"/>
              </p:ext>
            </p:extLst>
          </p:nvPr>
        </p:nvGraphicFramePr>
        <p:xfrm>
          <a:off x="914400" y="685800"/>
          <a:ext cx="7301323" cy="509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509493" progId="Word.Document.12">
                  <p:embed/>
                </p:oleObj>
              </mc:Choice>
              <mc:Fallback>
                <p:oleObj name="Document" r:id="rId2" imgW="7301323" imgH="509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094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887634"/>
              </p:ext>
            </p:extLst>
          </p:nvPr>
        </p:nvGraphicFramePr>
        <p:xfrm>
          <a:off x="914400" y="1151441"/>
          <a:ext cx="7301323" cy="1744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1744159" progId="Word.Document.12">
                  <p:embed/>
                </p:oleObj>
              </mc:Choice>
              <mc:Fallback>
                <p:oleObj name="Document" r:id="rId4" imgW="7301323" imgH="17441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51441"/>
                        <a:ext cx="7301323" cy="1744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8666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043545"/>
              </p:ext>
            </p:extLst>
          </p:nvPr>
        </p:nvGraphicFramePr>
        <p:xfrm>
          <a:off x="914400" y="685800"/>
          <a:ext cx="72929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586907" progId="Word.Document.12">
                  <p:embed/>
                </p:oleObj>
              </mc:Choice>
              <mc:Fallback>
                <p:oleObj name="Document" r:id="rId2" imgW="7301323" imgH="5869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682321"/>
              </p:ext>
            </p:extLst>
          </p:nvPr>
        </p:nvGraphicFramePr>
        <p:xfrm>
          <a:off x="914400" y="1126537"/>
          <a:ext cx="7301323" cy="405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055063" progId="Word.Document.12">
                  <p:embed/>
                </p:oleObj>
              </mc:Choice>
              <mc:Fallback>
                <p:oleObj name="Document" r:id="rId4" imgW="7301323" imgH="40550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26537"/>
                        <a:ext cx="7301323" cy="4055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397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685308"/>
              </p:ext>
            </p:extLst>
          </p:nvPr>
        </p:nvGraphicFramePr>
        <p:xfrm>
          <a:off x="914400" y="685800"/>
          <a:ext cx="729297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719412" progId="Word.Document.12">
                  <p:embed/>
                </p:oleObj>
              </mc:Choice>
              <mc:Fallback>
                <p:oleObj name="Document" r:id="rId2" imgW="7301323" imgH="7194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1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96804"/>
              </p:ext>
            </p:extLst>
          </p:nvPr>
        </p:nvGraphicFramePr>
        <p:xfrm>
          <a:off x="914400" y="1088312"/>
          <a:ext cx="7377498" cy="310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77498" imgH="3102688" progId="Word.Document.12">
                  <p:embed/>
                </p:oleObj>
              </mc:Choice>
              <mc:Fallback>
                <p:oleObj name="Document" r:id="rId4" imgW="7377498" imgH="31026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88312"/>
                        <a:ext cx="7377498" cy="3102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197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687806"/>
              </p:ext>
            </p:extLst>
          </p:nvPr>
        </p:nvGraphicFramePr>
        <p:xfrm>
          <a:off x="914400" y="685800"/>
          <a:ext cx="72929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775222" progId="Word.Document.12">
                  <p:embed/>
                </p:oleObj>
              </mc:Choice>
              <mc:Fallback>
                <p:oleObj name="Document" r:id="rId2" imgW="7301323" imgH="7752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861594"/>
              </p:ext>
            </p:extLst>
          </p:nvPr>
        </p:nvGraphicFramePr>
        <p:xfrm>
          <a:off x="914400" y="1079695"/>
          <a:ext cx="7301323" cy="4940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940105" progId="Word.Document.12">
                  <p:embed/>
                </p:oleObj>
              </mc:Choice>
              <mc:Fallback>
                <p:oleObj name="Document" r:id="rId4" imgW="7301323" imgH="49401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79695"/>
                        <a:ext cx="7301323" cy="4940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893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441186"/>
              </p:ext>
            </p:extLst>
          </p:nvPr>
        </p:nvGraphicFramePr>
        <p:xfrm>
          <a:off x="914400" y="685800"/>
          <a:ext cx="72929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20034" progId="Word.Document.12">
                  <p:embed/>
                </p:oleObj>
              </mc:Choice>
              <mc:Fallback>
                <p:oleObj name="Document" r:id="rId2" imgW="7301323" imgH="6200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340312"/>
              </p:ext>
            </p:extLst>
          </p:nvPr>
        </p:nvGraphicFramePr>
        <p:xfrm>
          <a:off x="914400" y="1099541"/>
          <a:ext cx="7377498" cy="4691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77498" imgH="4691659" progId="Word.Document.12">
                  <p:embed/>
                </p:oleObj>
              </mc:Choice>
              <mc:Fallback>
                <p:oleObj name="Document" r:id="rId4" imgW="7377498" imgH="4691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99541"/>
                        <a:ext cx="7377498" cy="4691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538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113440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777382" progId="Word.Document.12">
                  <p:embed/>
                </p:oleObj>
              </mc:Choice>
              <mc:Fallback>
                <p:oleObj name="Document" r:id="rId2" imgW="7301323" imgH="777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885371"/>
              </p:ext>
            </p:extLst>
          </p:nvPr>
        </p:nvGraphicFramePr>
        <p:xfrm>
          <a:off x="914400" y="1447800"/>
          <a:ext cx="7301323" cy="305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056960" progId="Word.Document.12">
                  <p:embed/>
                </p:oleObj>
              </mc:Choice>
              <mc:Fallback>
                <p:oleObj name="Document" r:id="rId4" imgW="7301323" imgH="30569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01323" cy="305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360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809619"/>
              </p:ext>
            </p:extLst>
          </p:nvPr>
        </p:nvGraphicFramePr>
        <p:xfrm>
          <a:off x="914400" y="685800"/>
          <a:ext cx="7292975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1340165" progId="Word.Document.12">
                  <p:embed/>
                </p:oleObj>
              </mc:Choice>
              <mc:Fallback>
                <p:oleObj name="Document" r:id="rId2" imgW="7301323" imgH="13401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516812"/>
              </p:ext>
            </p:extLst>
          </p:nvPr>
        </p:nvGraphicFramePr>
        <p:xfrm>
          <a:off x="914400" y="1490765"/>
          <a:ext cx="7301323" cy="193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1938235" progId="Word.Document.12">
                  <p:embed/>
                </p:oleObj>
              </mc:Choice>
              <mc:Fallback>
                <p:oleObj name="Document" r:id="rId4" imgW="7301323" imgH="19382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490765"/>
                        <a:ext cx="7301323" cy="193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84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161082"/>
              </p:ext>
            </p:extLst>
          </p:nvPr>
        </p:nvGraphicFramePr>
        <p:xfrm>
          <a:off x="914400" y="685800"/>
          <a:ext cx="7301323" cy="730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730934" progId="Word.Document.12">
                  <p:embed/>
                </p:oleObj>
              </mc:Choice>
              <mc:Fallback>
                <p:oleObj name="Document" r:id="rId2" imgW="7301323" imgH="7309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30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738836"/>
              </p:ext>
            </p:extLst>
          </p:nvPr>
        </p:nvGraphicFramePr>
        <p:xfrm>
          <a:off x="914400" y="1143000"/>
          <a:ext cx="7301323" cy="4364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364359" progId="Word.Document.12">
                  <p:embed/>
                </p:oleObj>
              </mc:Choice>
              <mc:Fallback>
                <p:oleObj name="Document" r:id="rId4" imgW="7301323" imgH="43643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4364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1960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666284"/>
              </p:ext>
            </p:extLst>
          </p:nvPr>
        </p:nvGraphicFramePr>
        <p:xfrm>
          <a:off x="914400" y="685800"/>
          <a:ext cx="7301323" cy="531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531457" progId="Word.Document.12">
                  <p:embed/>
                </p:oleObj>
              </mc:Choice>
              <mc:Fallback>
                <p:oleObj name="Document" r:id="rId2" imgW="7301323" imgH="5314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31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459890"/>
              </p:ext>
            </p:extLst>
          </p:nvPr>
        </p:nvGraphicFramePr>
        <p:xfrm>
          <a:off x="914400" y="1066800"/>
          <a:ext cx="7301323" cy="3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577975" progId="Word.Document.12">
                  <p:embed/>
                </p:oleObj>
              </mc:Choice>
              <mc:Fallback>
                <p:oleObj name="Document" r:id="rId4" imgW="7301323" imgH="35779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357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958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259356"/>
              </p:ext>
            </p:extLst>
          </p:nvPr>
        </p:nvGraphicFramePr>
        <p:xfrm>
          <a:off x="914400" y="685800"/>
          <a:ext cx="7301323" cy="453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453683" progId="Word.Document.12">
                  <p:embed/>
                </p:oleObj>
              </mc:Choice>
              <mc:Fallback>
                <p:oleObj name="Document" r:id="rId2" imgW="7301323" imgH="4536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53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596750"/>
              </p:ext>
            </p:extLst>
          </p:nvPr>
        </p:nvGraphicFramePr>
        <p:xfrm>
          <a:off x="914400" y="1079500"/>
          <a:ext cx="7270750" cy="356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591298" progId="Word.Document.12">
                  <p:embed/>
                </p:oleObj>
              </mc:Choice>
              <mc:Fallback>
                <p:oleObj name="Document" r:id="rId4" imgW="7301323" imgH="35912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79500"/>
                        <a:ext cx="7270750" cy="356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2267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282891"/>
              </p:ext>
            </p:extLst>
          </p:nvPr>
        </p:nvGraphicFramePr>
        <p:xfrm>
          <a:off x="914400" y="685800"/>
          <a:ext cx="7301323" cy="48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487169" progId="Word.Document.12">
                  <p:embed/>
                </p:oleObj>
              </mc:Choice>
              <mc:Fallback>
                <p:oleObj name="Document" r:id="rId2" imgW="7301323" imgH="4871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87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662007"/>
              </p:ext>
            </p:extLst>
          </p:nvPr>
        </p:nvGraphicFramePr>
        <p:xfrm>
          <a:off x="914400" y="1106868"/>
          <a:ext cx="7301323" cy="3998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998532" progId="Word.Document.12">
                  <p:embed/>
                </p:oleObj>
              </mc:Choice>
              <mc:Fallback>
                <p:oleObj name="Document" r:id="rId4" imgW="7301323" imgH="39985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06868"/>
                        <a:ext cx="7301323" cy="3998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0195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269171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426678" progId="Word.Document.12">
                  <p:embed/>
                </p:oleObj>
              </mc:Choice>
              <mc:Fallback>
                <p:oleObj name="Document" r:id="rId2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815079"/>
              </p:ext>
            </p:extLst>
          </p:nvPr>
        </p:nvGraphicFramePr>
        <p:xfrm>
          <a:off x="914400" y="1104925"/>
          <a:ext cx="7301323" cy="34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467075" progId="Word.Document.12">
                  <p:embed/>
                </p:oleObj>
              </mc:Choice>
              <mc:Fallback>
                <p:oleObj name="Document" r:id="rId4" imgW="7301323" imgH="34670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04925"/>
                        <a:ext cx="7301323" cy="346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8116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802995"/>
              </p:ext>
            </p:extLst>
          </p:nvPr>
        </p:nvGraphicFramePr>
        <p:xfrm>
          <a:off x="914400" y="685800"/>
          <a:ext cx="72929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20034" progId="Word.Document.12">
                  <p:embed/>
                </p:oleObj>
              </mc:Choice>
              <mc:Fallback>
                <p:oleObj name="Document" r:id="rId2" imgW="7301323" imgH="6200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258006"/>
              </p:ext>
            </p:extLst>
          </p:nvPr>
        </p:nvGraphicFramePr>
        <p:xfrm>
          <a:off x="914400" y="1109254"/>
          <a:ext cx="7301323" cy="4072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072346" progId="Word.Document.12">
                  <p:embed/>
                </p:oleObj>
              </mc:Choice>
              <mc:Fallback>
                <p:oleObj name="Document" r:id="rId4" imgW="7301323" imgH="40723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09254"/>
                        <a:ext cx="7301323" cy="4072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0402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376346"/>
              </p:ext>
            </p:extLst>
          </p:nvPr>
        </p:nvGraphicFramePr>
        <p:xfrm>
          <a:off x="914400" y="685800"/>
          <a:ext cx="7301323" cy="86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863438" progId="Word.Document.12">
                  <p:embed/>
                </p:oleObj>
              </mc:Choice>
              <mc:Fallback>
                <p:oleObj name="Document" r:id="rId2" imgW="7301323" imgH="8634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86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431013"/>
              </p:ext>
            </p:extLst>
          </p:nvPr>
        </p:nvGraphicFramePr>
        <p:xfrm>
          <a:off x="914400" y="1115710"/>
          <a:ext cx="7301323" cy="223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2237090" progId="Word.Document.12">
                  <p:embed/>
                </p:oleObj>
              </mc:Choice>
              <mc:Fallback>
                <p:oleObj name="Document" r:id="rId4" imgW="7301323" imgH="22370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15710"/>
                        <a:ext cx="7301323" cy="2237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1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733105"/>
              </p:ext>
            </p:extLst>
          </p:nvPr>
        </p:nvGraphicFramePr>
        <p:xfrm>
          <a:off x="914400" y="685800"/>
          <a:ext cx="72929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08871" progId="Word.Document.12">
                  <p:embed/>
                </p:oleObj>
              </mc:Choice>
              <mc:Fallback>
                <p:oleObj name="Document" r:id="rId2" imgW="7301323" imgH="6088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0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191771"/>
              </p:ext>
            </p:extLst>
          </p:nvPr>
        </p:nvGraphicFramePr>
        <p:xfrm>
          <a:off x="914400" y="1066800"/>
          <a:ext cx="7301323" cy="3522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522165" progId="Word.Document.12">
                  <p:embed/>
                </p:oleObj>
              </mc:Choice>
              <mc:Fallback>
                <p:oleObj name="Document" r:id="rId4" imgW="7301323" imgH="35221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3522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5720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085808"/>
              </p:ext>
            </p:extLst>
          </p:nvPr>
        </p:nvGraphicFramePr>
        <p:xfrm>
          <a:off x="914400" y="685800"/>
          <a:ext cx="72929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553421" progId="Word.Document.12">
                  <p:embed/>
                </p:oleObj>
              </mc:Choice>
              <mc:Fallback>
                <p:oleObj name="Document" r:id="rId2" imgW="7301323" imgH="5534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899628"/>
              </p:ext>
            </p:extLst>
          </p:nvPr>
        </p:nvGraphicFramePr>
        <p:xfrm>
          <a:off x="914400" y="1102505"/>
          <a:ext cx="7301323" cy="42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231495" progId="Word.Document.12">
                  <p:embed/>
                </p:oleObj>
              </mc:Choice>
              <mc:Fallback>
                <p:oleObj name="Document" r:id="rId4" imgW="7301323" imgH="42314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02505"/>
                        <a:ext cx="7301323" cy="4231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9850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24725"/>
              </p:ext>
            </p:extLst>
          </p:nvPr>
        </p:nvGraphicFramePr>
        <p:xfrm>
          <a:off x="914400" y="685800"/>
          <a:ext cx="72929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20034" progId="Word.Document.12">
                  <p:embed/>
                </p:oleObj>
              </mc:Choice>
              <mc:Fallback>
                <p:oleObj name="Document" r:id="rId2" imgW="7301323" imgH="6200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89249"/>
              </p:ext>
            </p:extLst>
          </p:nvPr>
        </p:nvGraphicFramePr>
        <p:xfrm>
          <a:off x="914400" y="1066800"/>
          <a:ext cx="7301323" cy="412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120595" progId="Word.Document.12">
                  <p:embed/>
                </p:oleObj>
              </mc:Choice>
              <mc:Fallback>
                <p:oleObj name="Document" r:id="rId4" imgW="7301323" imgH="41205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4120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5523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342737"/>
              </p:ext>
            </p:extLst>
          </p:nvPr>
        </p:nvGraphicFramePr>
        <p:xfrm>
          <a:off x="914400" y="685800"/>
          <a:ext cx="72929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752898" progId="Word.Document.12">
                  <p:embed/>
                </p:oleObj>
              </mc:Choice>
              <mc:Fallback>
                <p:oleObj name="Document" r:id="rId2" imgW="7301323" imgH="752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180546"/>
              </p:ext>
            </p:extLst>
          </p:nvPr>
        </p:nvGraphicFramePr>
        <p:xfrm>
          <a:off x="914400" y="1143000"/>
          <a:ext cx="7292975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873852" progId="Word.Document.12">
                  <p:embed/>
                </p:oleObj>
              </mc:Choice>
              <mc:Fallback>
                <p:oleObj name="Document" r:id="rId4" imgW="7301323" imgH="48738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292975" cy="484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3947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463064"/>
              </p:ext>
            </p:extLst>
          </p:nvPr>
        </p:nvGraphicFramePr>
        <p:xfrm>
          <a:off x="914400" y="685800"/>
          <a:ext cx="7301323" cy="86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863438" progId="Word.Document.12">
                  <p:embed/>
                </p:oleObj>
              </mc:Choice>
              <mc:Fallback>
                <p:oleObj name="Document" r:id="rId2" imgW="7301323" imgH="8634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86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210729"/>
              </p:ext>
            </p:extLst>
          </p:nvPr>
        </p:nvGraphicFramePr>
        <p:xfrm>
          <a:off x="914400" y="1143000"/>
          <a:ext cx="7301323" cy="3378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378139" progId="Word.Document.12">
                  <p:embed/>
                </p:oleObj>
              </mc:Choice>
              <mc:Fallback>
                <p:oleObj name="Document" r:id="rId4" imgW="7301323" imgH="33781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378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8867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190411"/>
              </p:ext>
            </p:extLst>
          </p:nvPr>
        </p:nvGraphicFramePr>
        <p:xfrm>
          <a:off x="914400" y="685800"/>
          <a:ext cx="7301323" cy="664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64322" progId="Word.Document.12">
                  <p:embed/>
                </p:oleObj>
              </mc:Choice>
              <mc:Fallback>
                <p:oleObj name="Document" r:id="rId2" imgW="7301323" imgH="6643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64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430474"/>
              </p:ext>
            </p:extLst>
          </p:nvPr>
        </p:nvGraphicFramePr>
        <p:xfrm>
          <a:off x="914400" y="1143000"/>
          <a:ext cx="7301323" cy="3710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3710479" progId="Word.Document.12">
                  <p:embed/>
                </p:oleObj>
              </mc:Choice>
              <mc:Fallback>
                <p:oleObj name="Document" r:id="rId4" imgW="7301323" imgH="37104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710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0244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235972"/>
              </p:ext>
            </p:extLst>
          </p:nvPr>
        </p:nvGraphicFramePr>
        <p:xfrm>
          <a:off x="914400" y="685800"/>
          <a:ext cx="7292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431359" progId="Word.Document.12">
                  <p:embed/>
                </p:oleObj>
              </mc:Choice>
              <mc:Fallback>
                <p:oleObj name="Document" r:id="rId2" imgW="7301323" imgH="4313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85996"/>
              </p:ext>
            </p:extLst>
          </p:nvPr>
        </p:nvGraphicFramePr>
        <p:xfrm>
          <a:off x="914400" y="1143000"/>
          <a:ext cx="7503637" cy="4918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503637" imgH="4918141" progId="Word.Document.12">
                  <p:embed/>
                </p:oleObj>
              </mc:Choice>
              <mc:Fallback>
                <p:oleObj name="Document" r:id="rId4" imgW="7503637" imgH="49181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503637" cy="4918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6734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945311"/>
              </p:ext>
            </p:extLst>
          </p:nvPr>
        </p:nvGraphicFramePr>
        <p:xfrm>
          <a:off x="914400" y="685800"/>
          <a:ext cx="7301323" cy="653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53520" progId="Word.Document.12">
                  <p:embed/>
                </p:oleObj>
              </mc:Choice>
              <mc:Fallback>
                <p:oleObj name="Document" r:id="rId2" imgW="7301323" imgH="6535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53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807600"/>
              </p:ext>
            </p:extLst>
          </p:nvPr>
        </p:nvGraphicFramePr>
        <p:xfrm>
          <a:off x="914400" y="1093286"/>
          <a:ext cx="7301323" cy="4774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774114" progId="Word.Document.12">
                  <p:embed/>
                </p:oleObj>
              </mc:Choice>
              <mc:Fallback>
                <p:oleObj name="Document" r:id="rId4" imgW="7301323" imgH="47741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93286"/>
                        <a:ext cx="7301323" cy="4774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5250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181995"/>
              </p:ext>
            </p:extLst>
          </p:nvPr>
        </p:nvGraphicFramePr>
        <p:xfrm>
          <a:off x="914400" y="685800"/>
          <a:ext cx="72929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20034" progId="Word.Document.12">
                  <p:embed/>
                </p:oleObj>
              </mc:Choice>
              <mc:Fallback>
                <p:oleObj name="Document" r:id="rId2" imgW="7301323" imgH="6200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698723"/>
              </p:ext>
            </p:extLst>
          </p:nvPr>
        </p:nvGraphicFramePr>
        <p:xfrm>
          <a:off x="914400" y="1066800"/>
          <a:ext cx="7301323" cy="4563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4563476" progId="Word.Document.12">
                  <p:embed/>
                </p:oleObj>
              </mc:Choice>
              <mc:Fallback>
                <p:oleObj name="Document" r:id="rId4" imgW="7301323" imgH="45634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4563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0433359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with title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</TotalTime>
  <Words>616</Words>
  <Application>Microsoft Office PowerPoint</Application>
  <PresentationFormat>On-screen Show (4:3)</PresentationFormat>
  <Paragraphs>112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Narrow</vt:lpstr>
      <vt:lpstr>Times New Roman</vt:lpstr>
      <vt:lpstr>Slide with title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Mike Murach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>Vo Le Vuong</cp:lastModifiedBy>
  <cp:revision>52</cp:revision>
  <dcterms:created xsi:type="dcterms:W3CDTF">2010-11-30T18:46:51Z</dcterms:created>
  <dcterms:modified xsi:type="dcterms:W3CDTF">2026-09-28T04:03:06Z</dcterms:modified>
</cp:coreProperties>
</file>